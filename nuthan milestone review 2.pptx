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BB37EE-7AA9-4738-99AC-4E741CFB7827}" v="30" dt="2026-04-21T20:10:58.4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22" autoAdjust="0"/>
  </p:normalViewPr>
  <p:slideViewPr>
    <p:cSldViewPr>
      <p:cViewPr varScale="1">
        <p:scale>
          <a:sx n="54" d="100"/>
          <a:sy n="54" d="100"/>
        </p:scale>
        <p:origin x="115" y="53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i A" userId="c0650795ec601cd1" providerId="LiveId" clId="{89D1593A-E1D6-4A5D-B120-765F8329B331}"/>
    <pc:docChg chg="undo redo custSel modSld">
      <pc:chgData name="sri A" userId="c0650795ec601cd1" providerId="LiveId" clId="{89D1593A-E1D6-4A5D-B120-765F8329B331}" dt="2026-04-21T20:11:55.968" v="507" actId="20577"/>
      <pc:docMkLst>
        <pc:docMk/>
      </pc:docMkLst>
      <pc:sldChg chg="addSp delSp modSp mod">
        <pc:chgData name="sri A" userId="c0650795ec601cd1" providerId="LiveId" clId="{89D1593A-E1D6-4A5D-B120-765F8329B331}" dt="2026-04-21T20:11:55.968" v="507" actId="20577"/>
        <pc:sldMkLst>
          <pc:docMk/>
          <pc:sldMk cId="0" sldId="256"/>
        </pc:sldMkLst>
        <pc:spChg chg="add del mod">
          <ac:chgData name="sri A" userId="c0650795ec601cd1" providerId="LiveId" clId="{89D1593A-E1D6-4A5D-B120-765F8329B331}" dt="2026-04-21T19:10:15.074" v="215" actId="255"/>
          <ac:spMkLst>
            <pc:docMk/>
            <pc:sldMk cId="0" sldId="256"/>
            <ac:spMk id="13" creationId="{7FFE0DA2-4723-7C13-5FD7-FC99B0394DDD}"/>
          </ac:spMkLst>
        </pc:spChg>
        <pc:spChg chg="mod">
          <ac:chgData name="sri A" userId="c0650795ec601cd1" providerId="LiveId" clId="{89D1593A-E1D6-4A5D-B120-765F8329B331}" dt="2026-04-21T19:11:15.247" v="298" actId="20577"/>
          <ac:spMkLst>
            <pc:docMk/>
            <pc:sldMk cId="0" sldId="256"/>
            <ac:spMk id="14" creationId="{EA8EEF4A-EB43-B7D9-87FC-7C7D752BCA78}"/>
          </ac:spMkLst>
        </pc:spChg>
        <pc:spChg chg="mod">
          <ac:chgData name="sri A" userId="c0650795ec601cd1" providerId="LiveId" clId="{89D1593A-E1D6-4A5D-B120-765F8329B331}" dt="2026-04-21T19:42:28.002" v="318"/>
          <ac:spMkLst>
            <pc:docMk/>
            <pc:sldMk cId="0" sldId="256"/>
            <ac:spMk id="15" creationId="{6FF32D1A-2F9C-AC53-CCBD-ABF748DF236F}"/>
          </ac:spMkLst>
        </pc:spChg>
        <pc:spChg chg="mod">
          <ac:chgData name="sri A" userId="c0650795ec601cd1" providerId="LiveId" clId="{89D1593A-E1D6-4A5D-B120-765F8329B331}" dt="2026-04-21T20:11:55.968" v="507" actId="20577"/>
          <ac:spMkLst>
            <pc:docMk/>
            <pc:sldMk cId="0" sldId="256"/>
            <ac:spMk id="27" creationId="{AC6C53BF-3850-6683-E07F-D595EC8B02B2}"/>
          </ac:spMkLst>
        </pc:spChg>
      </pc:sldChg>
      <pc:sldChg chg="modSp mod">
        <pc:chgData name="sri A" userId="c0650795ec601cd1" providerId="LiveId" clId="{89D1593A-E1D6-4A5D-B120-765F8329B331}" dt="2026-04-21T19:49:19.354" v="371"/>
        <pc:sldMkLst>
          <pc:docMk/>
          <pc:sldMk cId="0" sldId="257"/>
        </pc:sldMkLst>
        <pc:spChg chg="mod">
          <ac:chgData name="sri A" userId="c0650795ec601cd1" providerId="LiveId" clId="{89D1593A-E1D6-4A5D-B120-765F8329B331}" dt="2026-04-21T19:49:19.354" v="371"/>
          <ac:spMkLst>
            <pc:docMk/>
            <pc:sldMk cId="0" sldId="257"/>
            <ac:spMk id="3" creationId="{837E9E58-77B6-079D-9D0D-E380CADAD23D}"/>
          </ac:spMkLst>
        </pc:spChg>
      </pc:sldChg>
      <pc:sldChg chg="modSp mod">
        <pc:chgData name="sri A" userId="c0650795ec601cd1" providerId="LiveId" clId="{89D1593A-E1D6-4A5D-B120-765F8329B331}" dt="2026-04-21T19:50:07.376" v="378"/>
        <pc:sldMkLst>
          <pc:docMk/>
          <pc:sldMk cId="0" sldId="258"/>
        </pc:sldMkLst>
        <pc:spChg chg="mod">
          <ac:chgData name="sri A" userId="c0650795ec601cd1" providerId="LiveId" clId="{89D1593A-E1D6-4A5D-B120-765F8329B331}" dt="2026-04-21T19:50:07.376" v="378"/>
          <ac:spMkLst>
            <pc:docMk/>
            <pc:sldMk cId="0" sldId="258"/>
            <ac:spMk id="48" creationId="{BDE2941C-1504-53F9-99B2-48002CA9A345}"/>
          </ac:spMkLst>
        </pc:spChg>
      </pc:sldChg>
      <pc:sldChg chg="modSp mod">
        <pc:chgData name="sri A" userId="c0650795ec601cd1" providerId="LiveId" clId="{89D1593A-E1D6-4A5D-B120-765F8329B331}" dt="2026-04-21T19:50:37.546" v="384" actId="20577"/>
        <pc:sldMkLst>
          <pc:docMk/>
          <pc:sldMk cId="0" sldId="260"/>
        </pc:sldMkLst>
        <pc:spChg chg="mod">
          <ac:chgData name="sri A" userId="c0650795ec601cd1" providerId="LiveId" clId="{89D1593A-E1D6-4A5D-B120-765F8329B331}" dt="2026-04-21T19:50:37.546" v="384" actId="20577"/>
          <ac:spMkLst>
            <pc:docMk/>
            <pc:sldMk cId="0" sldId="260"/>
            <ac:spMk id="48" creationId="{E8F19716-1653-9AE0-442E-B3829A585B46}"/>
          </ac:spMkLst>
        </pc:spChg>
      </pc:sldChg>
      <pc:sldChg chg="addSp delSp modSp mod">
        <pc:chgData name="sri A" userId="c0650795ec601cd1" providerId="LiveId" clId="{89D1593A-E1D6-4A5D-B120-765F8329B331}" dt="2026-04-21T19:58:52.626" v="438" actId="1076"/>
        <pc:sldMkLst>
          <pc:docMk/>
          <pc:sldMk cId="0" sldId="261"/>
        </pc:sldMkLst>
        <pc:picChg chg="add mod">
          <ac:chgData name="sri A" userId="c0650795ec601cd1" providerId="LiveId" clId="{89D1593A-E1D6-4A5D-B120-765F8329B331}" dt="2026-04-21T19:58:52.626" v="438" actId="1076"/>
          <ac:picMkLst>
            <pc:docMk/>
            <pc:sldMk cId="0" sldId="261"/>
            <ac:picMk id="3" creationId="{E45038CF-8CD3-FD89-F14C-EBB07B134258}"/>
          </ac:picMkLst>
        </pc:picChg>
        <pc:picChg chg="add del">
          <ac:chgData name="sri A" userId="c0650795ec601cd1" providerId="LiveId" clId="{89D1593A-E1D6-4A5D-B120-765F8329B331}" dt="2026-04-21T19:54:35.031" v="387" actId="478"/>
          <ac:picMkLst>
            <pc:docMk/>
            <pc:sldMk cId="0" sldId="261"/>
            <ac:picMk id="35" creationId="{C5C3F5EB-05C2-08BB-EE7A-C3E760E80059}"/>
          </ac:picMkLst>
        </pc:picChg>
      </pc:sldChg>
      <pc:sldChg chg="addSp delSp modSp mod">
        <pc:chgData name="sri A" userId="c0650795ec601cd1" providerId="LiveId" clId="{89D1593A-E1D6-4A5D-B120-765F8329B331}" dt="2026-04-21T20:07:44.198" v="485" actId="14100"/>
        <pc:sldMkLst>
          <pc:docMk/>
          <pc:sldMk cId="0" sldId="262"/>
        </pc:sldMkLst>
        <pc:picChg chg="add mod">
          <ac:chgData name="sri A" userId="c0650795ec601cd1" providerId="LiveId" clId="{89D1593A-E1D6-4A5D-B120-765F8329B331}" dt="2026-04-21T20:07:44.198" v="485" actId="14100"/>
          <ac:picMkLst>
            <pc:docMk/>
            <pc:sldMk cId="0" sldId="262"/>
            <ac:picMk id="3" creationId="{B98393DB-5DB4-F9B1-3777-485A5FFC1A97}"/>
          </ac:picMkLst>
        </pc:picChg>
        <pc:picChg chg="del">
          <ac:chgData name="sri A" userId="c0650795ec601cd1" providerId="LiveId" clId="{89D1593A-E1D6-4A5D-B120-765F8329B331}" dt="2026-04-21T20:07:07.876" v="475" actId="478"/>
          <ac:picMkLst>
            <pc:docMk/>
            <pc:sldMk cId="0" sldId="262"/>
            <ac:picMk id="6" creationId="{A560FAFB-77AC-E6DA-A5C4-A9B521C0A804}"/>
          </ac:picMkLst>
        </pc:picChg>
      </pc:sldChg>
      <pc:sldChg chg="modSp mod">
        <pc:chgData name="sri A" userId="c0650795ec601cd1" providerId="LiveId" clId="{89D1593A-E1D6-4A5D-B120-765F8329B331}" dt="2026-04-21T19:55:15.451" v="413" actId="20577"/>
        <pc:sldMkLst>
          <pc:docMk/>
          <pc:sldMk cId="0" sldId="263"/>
        </pc:sldMkLst>
        <pc:spChg chg="mod">
          <ac:chgData name="sri A" userId="c0650795ec601cd1" providerId="LiveId" clId="{89D1593A-E1D6-4A5D-B120-765F8329B331}" dt="2026-04-21T19:55:15.451" v="413" actId="20577"/>
          <ac:spMkLst>
            <pc:docMk/>
            <pc:sldMk cId="0" sldId="263"/>
            <ac:spMk id="48" creationId="{26E9F5F9-CCF8-6F05-4C01-034C88D7529E}"/>
          </ac:spMkLst>
        </pc:spChg>
      </pc:sldChg>
      <pc:sldChg chg="modSp mod">
        <pc:chgData name="sri A" userId="c0650795ec601cd1" providerId="LiveId" clId="{89D1593A-E1D6-4A5D-B120-765F8329B331}" dt="2026-04-21T20:11:26.338" v="503" actId="255"/>
        <pc:sldMkLst>
          <pc:docMk/>
          <pc:sldMk cId="0" sldId="264"/>
        </pc:sldMkLst>
        <pc:spChg chg="mod">
          <ac:chgData name="sri A" userId="c0650795ec601cd1" providerId="LiveId" clId="{89D1593A-E1D6-4A5D-B120-765F8329B331}" dt="2026-04-21T20:11:26.338" v="503" actId="255"/>
          <ac:spMkLst>
            <pc:docMk/>
            <pc:sldMk cId="0" sldId="264"/>
            <ac:spMk id="6" creationId="{5A04BC19-DFDA-B6F3-74B8-796A2B8F920E}"/>
          </ac:spMkLst>
        </pc:spChg>
      </pc:sldChg>
      <pc:sldChg chg="addSp delSp modSp mod">
        <pc:chgData name="sri A" userId="c0650795ec601cd1" providerId="LiveId" clId="{89D1593A-E1D6-4A5D-B120-765F8329B331}" dt="2026-04-21T20:01:42.848" v="448" actId="1076"/>
        <pc:sldMkLst>
          <pc:docMk/>
          <pc:sldMk cId="1998101144" sldId="266"/>
        </pc:sldMkLst>
        <pc:picChg chg="add mod">
          <ac:chgData name="sri A" userId="c0650795ec601cd1" providerId="LiveId" clId="{89D1593A-E1D6-4A5D-B120-765F8329B331}" dt="2026-04-21T20:01:42.848" v="448" actId="1076"/>
          <ac:picMkLst>
            <pc:docMk/>
            <pc:sldMk cId="1998101144" sldId="266"/>
            <ac:picMk id="3" creationId="{74BB5331-8BA3-D7F7-8E53-0ED29F63D9E2}"/>
          </ac:picMkLst>
        </pc:picChg>
        <pc:picChg chg="del">
          <ac:chgData name="sri A" userId="c0650795ec601cd1" providerId="LiveId" clId="{89D1593A-E1D6-4A5D-B120-765F8329B331}" dt="2026-04-21T19:56:52.622" v="428" actId="478"/>
          <ac:picMkLst>
            <pc:docMk/>
            <pc:sldMk cId="1998101144" sldId="266"/>
            <ac:picMk id="5" creationId="{E59A8613-E746-B873-A5AD-61D8C05D08C8}"/>
          </ac:picMkLst>
        </pc:picChg>
      </pc:sldChg>
      <pc:sldChg chg="addSp delSp modSp mod">
        <pc:chgData name="sri A" userId="c0650795ec601cd1" providerId="LiveId" clId="{89D1593A-E1D6-4A5D-B120-765F8329B331}" dt="2026-04-21T20:04:44.399" v="468" actId="1076"/>
        <pc:sldMkLst>
          <pc:docMk/>
          <pc:sldMk cId="47544820" sldId="267"/>
        </pc:sldMkLst>
        <pc:spChg chg="mod">
          <ac:chgData name="sri A" userId="c0650795ec601cd1" providerId="LiveId" clId="{89D1593A-E1D6-4A5D-B120-765F8329B331}" dt="2026-04-21T20:04:37.863" v="467" actId="1076"/>
          <ac:spMkLst>
            <pc:docMk/>
            <pc:sldMk cId="47544820" sldId="267"/>
            <ac:spMk id="44" creationId="{6C0EA81E-D408-1A06-6895-1BF3CA09E497}"/>
          </ac:spMkLst>
        </pc:spChg>
        <pc:picChg chg="add mod">
          <ac:chgData name="sri A" userId="c0650795ec601cd1" providerId="LiveId" clId="{89D1593A-E1D6-4A5D-B120-765F8329B331}" dt="2026-04-21T20:04:44.399" v="468" actId="1076"/>
          <ac:picMkLst>
            <pc:docMk/>
            <pc:sldMk cId="47544820" sldId="267"/>
            <ac:picMk id="4" creationId="{B836DC70-6F33-FEE3-6E13-462E3B3D20E9}"/>
          </ac:picMkLst>
        </pc:picChg>
        <pc:picChg chg="del">
          <ac:chgData name="sri A" userId="c0650795ec601cd1" providerId="LiveId" clId="{89D1593A-E1D6-4A5D-B120-765F8329B331}" dt="2026-04-21T20:03:16.719" v="457" actId="478"/>
          <ac:picMkLst>
            <pc:docMk/>
            <pc:sldMk cId="47544820" sldId="267"/>
            <ac:picMk id="5" creationId="{CC90B324-37FA-E331-B770-1F5735C52203}"/>
          </ac:picMkLst>
        </pc:picChg>
      </pc:sldChg>
      <pc:sldChg chg="addSp delSp modSp mod">
        <pc:chgData name="sri A" userId="c0650795ec601cd1" providerId="LiveId" clId="{89D1593A-E1D6-4A5D-B120-765F8329B331}" dt="2026-04-21T20:05:41.992" v="474" actId="962"/>
        <pc:sldMkLst>
          <pc:docMk/>
          <pc:sldMk cId="84889951" sldId="268"/>
        </pc:sldMkLst>
        <pc:picChg chg="del">
          <ac:chgData name="sri A" userId="c0650795ec601cd1" providerId="LiveId" clId="{89D1593A-E1D6-4A5D-B120-765F8329B331}" dt="2026-04-21T20:04:55.478" v="469" actId="478"/>
          <ac:picMkLst>
            <pc:docMk/>
            <pc:sldMk cId="84889951" sldId="268"/>
            <ac:picMk id="3" creationId="{5CA48E11-F069-D0C7-3017-021E314F02BA}"/>
          </ac:picMkLst>
        </pc:picChg>
        <pc:picChg chg="add mod">
          <ac:chgData name="sri A" userId="c0650795ec601cd1" providerId="LiveId" clId="{89D1593A-E1D6-4A5D-B120-765F8329B331}" dt="2026-04-21T20:05:41.992" v="474" actId="962"/>
          <ac:picMkLst>
            <pc:docMk/>
            <pc:sldMk cId="84889951" sldId="268"/>
            <ac:picMk id="4" creationId="{96F5803E-8590-C56B-C3C6-A6DBF85280C6}"/>
          </ac:picMkLst>
        </pc:picChg>
      </pc:sldChg>
      <pc:sldChg chg="addSp delSp modSp mod">
        <pc:chgData name="sri A" userId="c0650795ec601cd1" providerId="LiveId" clId="{89D1593A-E1D6-4A5D-B120-765F8329B331}" dt="2026-04-21T20:03:04.898" v="456" actId="14100"/>
        <pc:sldMkLst>
          <pc:docMk/>
          <pc:sldMk cId="3981187392" sldId="269"/>
        </pc:sldMkLst>
        <pc:spChg chg="mod">
          <ac:chgData name="sri A" userId="c0650795ec601cd1" providerId="LiveId" clId="{89D1593A-E1D6-4A5D-B120-765F8329B331}" dt="2026-04-21T20:02:28.712" v="453" actId="962"/>
          <ac:spMkLst>
            <pc:docMk/>
            <pc:sldMk cId="3981187392" sldId="269"/>
            <ac:spMk id="44" creationId="{746F2C30-13B1-3754-C147-D58A899BC459}"/>
          </ac:spMkLst>
        </pc:spChg>
        <pc:picChg chg="add mod">
          <ac:chgData name="sri A" userId="c0650795ec601cd1" providerId="LiveId" clId="{89D1593A-E1D6-4A5D-B120-765F8329B331}" dt="2026-04-21T20:03:04.898" v="456" actId="14100"/>
          <ac:picMkLst>
            <pc:docMk/>
            <pc:sldMk cId="3981187392" sldId="269"/>
            <ac:picMk id="4" creationId="{226AF4CF-E40E-8E18-D796-7568348390BA}"/>
          </ac:picMkLst>
        </pc:picChg>
        <pc:picChg chg="del">
          <ac:chgData name="sri A" userId="c0650795ec601cd1" providerId="LiveId" clId="{89D1593A-E1D6-4A5D-B120-765F8329B331}" dt="2026-04-21T20:01:53.926" v="449" actId="478"/>
          <ac:picMkLst>
            <pc:docMk/>
            <pc:sldMk cId="3981187392" sldId="269"/>
            <ac:picMk id="5" creationId="{091D8A80-F6DA-7F26-0538-75BC6BCCF11A}"/>
          </ac:picMkLst>
        </pc:picChg>
      </pc:sldChg>
      <pc:sldChg chg="modSp mod">
        <pc:chgData name="sri A" userId="c0650795ec601cd1" providerId="LiveId" clId="{89D1593A-E1D6-4A5D-B120-765F8329B331}" dt="2026-04-21T20:08:46.272" v="489" actId="20577"/>
        <pc:sldMkLst>
          <pc:docMk/>
          <pc:sldMk cId="1838976791" sldId="270"/>
        </pc:sldMkLst>
        <pc:spChg chg="mod">
          <ac:chgData name="sri A" userId="c0650795ec601cd1" providerId="LiveId" clId="{89D1593A-E1D6-4A5D-B120-765F8329B331}" dt="2026-04-21T20:08:46.272" v="489" actId="20577"/>
          <ac:spMkLst>
            <pc:docMk/>
            <pc:sldMk cId="1838976791" sldId="270"/>
            <ac:spMk id="4" creationId="{227BDE8E-B8B1-4398-E1FA-BFF202D5CC9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2</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a:t>
            </a:r>
            <a:r>
              <a:rPr lang="en-IN" sz="3600" b="1">
                <a:solidFill>
                  <a:srgbClr val="C00000"/>
                </a:solidFill>
                <a:latin typeface="Arial" panose="020B0604020202020204" pitchFamily="34" charset="0"/>
                <a:cs typeface="Arial" panose="020B0604020202020204" pitchFamily="34" charset="0"/>
              </a:rPr>
              <a:t>: 23-04-2026</a:t>
            </a:r>
            <a:endParaRPr lang="en-IN" sz="3600" b="1" dirty="0">
              <a:solidFill>
                <a:srgbClr val="C00000"/>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830997"/>
          </a:xfrm>
          <a:prstGeom prst="rect">
            <a:avLst/>
          </a:prstGeom>
          <a:noFill/>
        </p:spPr>
        <p:txBody>
          <a:bodyPr wrap="square" rtlCol="0">
            <a:spAutoFit/>
          </a:bodyPr>
          <a:lstStyle/>
          <a:p>
            <a:pPr algn="ctr"/>
            <a:r>
              <a:rPr lang="en-US" sz="2400" b="1" dirty="0"/>
              <a:t>Design and develop a React JS based web application for Ticket Booking of an Internal Department Event (such as technical fest, or seminar).</a:t>
            </a:r>
            <a:endParaRPr lang="en-IN" sz="24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K.BUNNY PREETHAM– VTU26337– 23UECS1273</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2084160"/>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    Courses Handling Faculty:</a:t>
            </a:r>
          </a:p>
          <a:p>
            <a:pPr>
              <a:lnSpc>
                <a:spcPct val="150000"/>
              </a:lnSpc>
            </a:pPr>
            <a:r>
              <a:rPr lang="en-US" sz="3000" dirty="0">
                <a:latin typeface="Cambria" panose="02040503050406030204" pitchFamily="18" charset="0"/>
                <a:ea typeface="Cambria" panose="02040503050406030204" pitchFamily="18" charset="0"/>
              </a:rPr>
              <a:t>         Dr. S . </a:t>
            </a:r>
            <a:r>
              <a:rPr lang="en-US" sz="3000" dirty="0" err="1">
                <a:latin typeface="Cambria" panose="02040503050406030204" pitchFamily="18" charset="0"/>
                <a:ea typeface="Cambria" panose="02040503050406030204" pitchFamily="18" charset="0"/>
              </a:rPr>
              <a:t>Hemamalini,M.E,Ph.D</a:t>
            </a:r>
            <a:r>
              <a:rPr lang="en-US" sz="3000" dirty="0">
                <a:latin typeface="Cambria" panose="02040503050406030204" pitchFamily="18" charset="0"/>
                <a:ea typeface="Cambria" panose="02040503050406030204" pitchFamily="18" charset="0"/>
              </a:rPr>
              <a:t>.,</a:t>
            </a:r>
          </a:p>
          <a:p>
            <a:pPr>
              <a:lnSpc>
                <a:spcPct val="150000"/>
              </a:lnSpc>
            </a:pPr>
            <a:r>
              <a:rPr lang="en-US" sz="3000" dirty="0">
                <a:latin typeface="Cambria" panose="02040503050406030204" pitchFamily="18" charset="0"/>
                <a:ea typeface="Cambria" panose="02040503050406030204" pitchFamily="18" charset="0"/>
              </a:rPr>
              <a:t>Assistant Professor (senior grade)</a:t>
            </a: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a:t>
            </a:r>
            <a:r>
              <a:rPr lang="en-US" sz="2000" dirty="0"/>
              <a:t>SDG 9 – Industry, Innovation and Infrastructure</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590800" y="568065"/>
            <a:ext cx="14668500" cy="9571851"/>
          </a:xfrm>
          <a:prstGeom prst="rect">
            <a:avLst/>
          </a:prstGeom>
          <a:noFill/>
        </p:spPr>
        <p:txBody>
          <a:bodyPr wrap="square" rtlCol="0">
            <a:spAutoFit/>
          </a:bodyPr>
          <a:lstStyle/>
          <a:p>
            <a:endParaRPr lang="en-US" sz="2800" dirty="0"/>
          </a:p>
          <a:p>
            <a:r>
              <a:rPr lang="en-US" sz="2800" b="1" dirty="0"/>
              <a:t>Background of the Problem</a:t>
            </a:r>
          </a:p>
          <a:p>
            <a:r>
              <a:rPr lang="en-US" sz="2800" dirty="0"/>
              <a:t>Many departments still rely on manual methods for managing internal event ticket bookings, which leads to inefficiencies such as overbooking, incorrect data entry, delays in processing, and difficulty in maintaining records.</a:t>
            </a:r>
            <a:endParaRPr lang="en-US" sz="2800" b="1" dirty="0"/>
          </a:p>
          <a:p>
            <a:r>
              <a:rPr lang="en-US" sz="2800" b="1" dirty="0"/>
              <a:t>Why This Project is Important</a:t>
            </a:r>
          </a:p>
          <a:p>
            <a:r>
              <a:rPr lang="en-US" sz="2800" dirty="0"/>
              <a:t>A React JS-based Event Ticket Booking System helps automate the entire process, ensuring accurate bookings, reducing manual effort, and improving the overall experience for both organizers and participants.</a:t>
            </a:r>
            <a:endParaRPr lang="en-US" sz="2800" b="1" dirty="0"/>
          </a:p>
          <a:p>
            <a:r>
              <a:rPr lang="en-US" sz="2800" b="1" dirty="0"/>
              <a:t>Real-World Relevance</a:t>
            </a:r>
          </a:p>
          <a:p>
            <a:r>
              <a:rPr lang="en-US" sz="2800" dirty="0"/>
              <a:t>This system can be used in colleges and organizations to manage registrations for technical fests, seminars, workshops, and internal events efficiently with real-time updates and better record maintenance.</a:t>
            </a:r>
            <a:endParaRPr lang="en-US" sz="2800" b="1" dirty="0"/>
          </a:p>
          <a:p>
            <a:r>
              <a:rPr lang="en-US" sz="2800" b="1" dirty="0"/>
              <a:t>System Overview</a:t>
            </a:r>
          </a:p>
          <a:p>
            <a:r>
              <a:rPr lang="en-US" sz="2800" dirty="0"/>
              <a:t>The Event Ticket Booking System is a web-based application designed to streamline internal event registrations and ticket booking.</a:t>
            </a:r>
          </a:p>
          <a:p>
            <a:r>
              <a:rPr lang="en-US" sz="2800" b="1" dirty="0"/>
              <a:t>Key Features:</a:t>
            </a:r>
          </a:p>
          <a:p>
            <a:pPr marL="457200" indent="-457200">
              <a:buFont typeface="Arial" panose="020B0604020202020204" pitchFamily="34" charset="0"/>
              <a:buChar char="•"/>
            </a:pPr>
            <a:r>
              <a:rPr lang="en-IN" sz="2800" dirty="0"/>
              <a:t>Event listing with details</a:t>
            </a:r>
          </a:p>
          <a:p>
            <a:pPr marL="457200" indent="-457200">
              <a:buFont typeface="Arial" panose="020B0604020202020204" pitchFamily="34" charset="0"/>
              <a:buChar char="•"/>
            </a:pPr>
            <a:r>
              <a:rPr lang="en-IN" sz="2800" dirty="0"/>
              <a:t>Online ticket booking system</a:t>
            </a:r>
          </a:p>
          <a:p>
            <a:pPr marL="457200" indent="-457200">
              <a:buFont typeface="Arial" panose="020B0604020202020204" pitchFamily="34" charset="0"/>
              <a:buChar char="•"/>
            </a:pPr>
            <a:r>
              <a:rPr lang="en-IN" sz="2800" dirty="0"/>
              <a:t>User registration and login</a:t>
            </a:r>
          </a:p>
          <a:p>
            <a:pPr marL="457200" indent="-457200">
              <a:buFont typeface="Arial" panose="020B0604020202020204" pitchFamily="34" charset="0"/>
              <a:buChar char="•"/>
            </a:pPr>
            <a:r>
              <a:rPr lang="en-IN" sz="2800" dirty="0"/>
              <a:t>Booking history management</a:t>
            </a:r>
          </a:p>
          <a:p>
            <a:pPr marL="457200" indent="-457200">
              <a:buFont typeface="Arial" panose="020B0604020202020204" pitchFamily="34" charset="0"/>
              <a:buChar char="•"/>
            </a:pPr>
            <a:endParaRPr lang="en-US" sz="28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6986528"/>
          </a:xfrm>
          <a:prstGeom prst="rect">
            <a:avLst/>
          </a:prstGeom>
          <a:noFill/>
        </p:spPr>
        <p:txBody>
          <a:bodyPr wrap="square" rtlCol="0">
            <a:spAutoFit/>
          </a:bodyPr>
          <a:lstStyle/>
          <a:p>
            <a:r>
              <a:rPr lang="en-US" sz="2800" b="1" dirty="0"/>
              <a:t>Problem Statement</a:t>
            </a:r>
          </a:p>
          <a:p>
            <a:r>
              <a:rPr lang="en-US" sz="2800" dirty="0"/>
              <a:t>• Manual booking systems cause overbooking issues</a:t>
            </a:r>
            <a:br>
              <a:rPr lang="en-US" sz="2800" dirty="0"/>
            </a:br>
            <a:r>
              <a:rPr lang="en-US" sz="2800" dirty="0"/>
              <a:t>• Data entry errors are common</a:t>
            </a:r>
            <a:br>
              <a:rPr lang="en-US" sz="2800" dirty="0"/>
            </a:br>
            <a:r>
              <a:rPr lang="en-US" sz="2800" dirty="0"/>
              <a:t>• Difficult to track registrations and seat availability</a:t>
            </a:r>
            <a:br>
              <a:rPr lang="en-US" sz="2800" dirty="0"/>
            </a:br>
            <a:r>
              <a:rPr lang="en-US" sz="2800" dirty="0"/>
              <a:t>• No real-time booking updates for users</a:t>
            </a:r>
            <a:br>
              <a:rPr lang="en-US" sz="2800" dirty="0"/>
            </a:br>
            <a:r>
              <a:rPr lang="en-US" sz="2800" dirty="0"/>
              <a:t>• Record maintenance is time-consuming</a:t>
            </a:r>
            <a:br>
              <a:rPr lang="en-US" sz="2800" dirty="0"/>
            </a:br>
            <a:r>
              <a:rPr lang="en-US" sz="2800" dirty="0"/>
              <a:t>• Lack of automation reduces efficiency</a:t>
            </a:r>
            <a:br>
              <a:rPr lang="en-US" sz="2800" dirty="0"/>
            </a:br>
            <a:r>
              <a:rPr lang="en-US" sz="2800" dirty="0"/>
              <a:t>• Managing multiple events becomes complex</a:t>
            </a:r>
            <a:br>
              <a:rPr lang="en-US" sz="2800" dirty="0"/>
            </a:br>
            <a:r>
              <a:rPr lang="en-US" sz="2800" dirty="0"/>
              <a:t>• Need for a centralized digital solution</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2" name="TextBox 51">
            <a:extLst>
              <a:ext uri="{FF2B5EF4-FFF2-40B4-BE49-F238E27FC236}">
                <a16:creationId xmlns:a16="http://schemas.microsoft.com/office/drawing/2014/main" id="{056A0A3A-1541-5EC0-5370-02DA282ABDDE}"/>
              </a:ext>
            </a:extLst>
          </p:cNvPr>
          <p:cNvSpPr txBox="1"/>
          <p:nvPr/>
        </p:nvSpPr>
        <p:spPr>
          <a:xfrm>
            <a:off x="2209800" y="1638300"/>
            <a:ext cx="15082325" cy="5693866"/>
          </a:xfrm>
          <a:prstGeom prst="rect">
            <a:avLst/>
          </a:prstGeom>
          <a:noFill/>
        </p:spPr>
        <p:txBody>
          <a:bodyPr wrap="square" rtlCol="0">
            <a:spAutoFit/>
          </a:bodyPr>
          <a:lstStyle/>
          <a:p>
            <a:r>
              <a:rPr lang="en-US" sz="2800" b="1" dirty="0"/>
              <a:t>Objectives</a:t>
            </a:r>
          </a:p>
          <a:p>
            <a:r>
              <a:rPr lang="en-US" sz="2800" dirty="0"/>
              <a:t>• To design and develop an automated Event Ticket Booking System for managing event listings, bookings, and user data.</a:t>
            </a:r>
            <a:br>
              <a:rPr lang="en-US" sz="2800" dirty="0"/>
            </a:br>
            <a:r>
              <a:rPr lang="en-US" sz="2800" dirty="0"/>
              <a:t>• To improve booking accuracy and track participant registrations through real-time updates and reports.</a:t>
            </a:r>
            <a:br>
              <a:rPr lang="en-US" sz="2800" dirty="0"/>
            </a:br>
            <a:r>
              <a:rPr lang="en-US" sz="2800" dirty="0"/>
              <a:t>• To implement the system for efficient ticket booking, user management, and event handling.</a:t>
            </a:r>
            <a:br>
              <a:rPr lang="en-US" sz="2800" dirty="0"/>
            </a:br>
            <a:r>
              <a:rPr lang="en-US" sz="2800" dirty="0"/>
              <a:t>• To evaluate the performance of the system by monitoring booking accuracy, system reliability, and processing speed.</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3205675" y="2340406"/>
            <a:ext cx="15082325" cy="9571851"/>
          </a:xfrm>
          <a:prstGeom prst="rect">
            <a:avLst/>
          </a:prstGeom>
          <a:noFill/>
        </p:spPr>
        <p:txBody>
          <a:bodyPr wrap="square" rtlCol="0">
            <a:spAutoFit/>
          </a:bodyPr>
          <a:lstStyle/>
          <a:p>
            <a:r>
              <a:rPr lang="en-US" sz="2800" b="1" dirty="0"/>
              <a:t>Proposed Solution &amp; Advantages</a:t>
            </a:r>
          </a:p>
          <a:p>
            <a:r>
              <a:rPr lang="en-US" sz="2800" dirty="0"/>
              <a:t>• Event Ticket Booking System is a digital solution that automates event booking, user management, and ticket generation.</a:t>
            </a:r>
            <a:br>
              <a:rPr lang="en-US" sz="2800" dirty="0"/>
            </a:br>
            <a:r>
              <a:rPr lang="en-US" sz="2800" dirty="0"/>
              <a:t>• It replaces manual registration with a centralized and secure database system.</a:t>
            </a:r>
            <a:br>
              <a:rPr lang="en-US" sz="2800" dirty="0"/>
            </a:br>
            <a:r>
              <a:rPr lang="en-US" sz="2800" dirty="0"/>
              <a:t>• The system provides real-time updates on seat availability to prevent overbooking.</a:t>
            </a:r>
            <a:br>
              <a:rPr lang="en-US" sz="2800" dirty="0"/>
            </a:br>
            <a:r>
              <a:rPr lang="en-US" sz="2800" dirty="0"/>
              <a:t>• Automated booking and ticket generation reduce errors and save time.</a:t>
            </a:r>
            <a:br>
              <a:rPr lang="en-US" sz="2800" dirty="0"/>
            </a:br>
            <a:r>
              <a:rPr lang="en-US" sz="2800" dirty="0"/>
              <a:t>• User details and booking history are stored for better management and future reference.</a:t>
            </a:r>
            <a:br>
              <a:rPr lang="en-US" sz="2800" dirty="0"/>
            </a:br>
            <a:r>
              <a:rPr lang="en-US" sz="2800" dirty="0"/>
              <a:t>• Reports help organizers track event participation and performance.</a:t>
            </a:r>
            <a:br>
              <a:rPr lang="en-US" sz="2800" dirty="0"/>
            </a:br>
            <a:r>
              <a:rPr lang="en-US" sz="2800" dirty="0"/>
              <a:t>• The system improves user experience by providing fast and easy booking.</a:t>
            </a:r>
            <a:br>
              <a:rPr lang="en-US" sz="2800" dirty="0"/>
            </a:br>
            <a:r>
              <a:rPr lang="en-US" sz="2800" dirty="0"/>
              <a:t>• Compared to manual methods, it ensures accuracy, reliability, and efficient event management.</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209800" y="1638300"/>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000FB297-87C4-BB22-98E9-E5E427227121}"/>
              </a:ext>
            </a:extLst>
          </p:cNvPr>
          <p:cNvPicPr>
            <a:picLocks noChangeAspect="1"/>
          </p:cNvPicPr>
          <p:nvPr/>
        </p:nvPicPr>
        <p:blipFill>
          <a:blip r:embed="rId3"/>
          <a:stretch>
            <a:fillRect/>
          </a:stretch>
        </p:blipFill>
        <p:spPr>
          <a:xfrm>
            <a:off x="4614862" y="2786062"/>
            <a:ext cx="9058275" cy="4714875"/>
          </a:xfrm>
          <a:prstGeom prst="rect">
            <a:avLst/>
          </a:prstGeom>
        </p:spPr>
      </p:pic>
      <p:pic>
        <p:nvPicPr>
          <p:cNvPr id="33" name="Picture 32">
            <a:extLst>
              <a:ext uri="{FF2B5EF4-FFF2-40B4-BE49-F238E27FC236}">
                <a16:creationId xmlns:a16="http://schemas.microsoft.com/office/drawing/2014/main" id="{EB786889-0FA4-6920-1750-BD82AB8EEDE7}"/>
              </a:ext>
            </a:extLst>
          </p:cNvPr>
          <p:cNvPicPr>
            <a:picLocks noChangeAspect="1"/>
          </p:cNvPicPr>
          <p:nvPr/>
        </p:nvPicPr>
        <p:blipFill>
          <a:blip r:embed="rId4"/>
          <a:stretch>
            <a:fillRect/>
          </a:stretch>
        </p:blipFill>
        <p:spPr>
          <a:xfrm>
            <a:off x="4614862" y="2786062"/>
            <a:ext cx="9058275" cy="4714875"/>
          </a:xfrm>
          <a:prstGeom prst="rect">
            <a:avLst/>
          </a:prstGeom>
        </p:spPr>
      </p:pic>
      <p:pic>
        <p:nvPicPr>
          <p:cNvPr id="3" name="Picture 2" descr="The image depicts a high-level diagram of the architecture for a Ticket Booking Web Application, illustrating the flow from user interaction to backend processing, payment gateway integration, and final confirmation of booking.&#10;&#10;AI-generated content may be incorrect.">
            <a:extLst>
              <a:ext uri="{FF2B5EF4-FFF2-40B4-BE49-F238E27FC236}">
                <a16:creationId xmlns:a16="http://schemas.microsoft.com/office/drawing/2014/main" id="{E45038CF-8CD3-FD89-F14C-EBB07B13425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87484" y="1634821"/>
            <a:ext cx="14630400" cy="774171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27934" y="1629055"/>
            <a:ext cx="15082325" cy="3970318"/>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descr="The image depicts a workflow diagram for a ticket booking web application, showing the process from user registration to payment confirmation, with various user actions, admin actions, and system processes.&#10;&#10;AI-generated content may be incorrect.">
            <a:extLst>
              <a:ext uri="{FF2B5EF4-FFF2-40B4-BE49-F238E27FC236}">
                <a16:creationId xmlns:a16="http://schemas.microsoft.com/office/drawing/2014/main" id="{B98393DB-5DB4-F9B1-3777-485A5FFC1A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71800" y="1146935"/>
            <a:ext cx="13341620" cy="830735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53334" y="1638300"/>
            <a:ext cx="15082325" cy="12157174"/>
          </a:xfrm>
          <a:prstGeom prst="rect">
            <a:avLst/>
          </a:prstGeom>
          <a:noFill/>
        </p:spPr>
        <p:txBody>
          <a:bodyPr wrap="square" rtlCol="0">
            <a:spAutoFit/>
          </a:bodyPr>
          <a:lstStyle/>
          <a:p>
            <a:r>
              <a:rPr lang="en-IN" sz="2800" b="1" dirty="0"/>
              <a:t>Frontend:</a:t>
            </a:r>
          </a:p>
          <a:p>
            <a:r>
              <a:rPr lang="en-IN" sz="2800" dirty="0"/>
              <a:t>• React JS</a:t>
            </a:r>
            <a:br>
              <a:rPr lang="en-IN" sz="2800" dirty="0"/>
            </a:br>
            <a:r>
              <a:rPr lang="en-IN" sz="2800" dirty="0"/>
              <a:t>• HTML, CSS, JavaScript</a:t>
            </a:r>
          </a:p>
          <a:p>
            <a:r>
              <a:rPr lang="en-IN" sz="2800" b="1" dirty="0"/>
              <a:t>Backend:</a:t>
            </a:r>
          </a:p>
          <a:p>
            <a:r>
              <a:rPr lang="en-IN" sz="2800" dirty="0"/>
              <a:t>• Node.js with Express.js</a:t>
            </a:r>
          </a:p>
          <a:p>
            <a:r>
              <a:rPr lang="en-IN" sz="2800" b="1" dirty="0"/>
              <a:t>Database:</a:t>
            </a:r>
          </a:p>
          <a:p>
            <a:r>
              <a:rPr lang="en-IN" sz="2800" dirty="0"/>
              <a:t>• MySQL</a:t>
            </a:r>
          </a:p>
          <a:p>
            <a:r>
              <a:rPr lang="en-IN" sz="2800" b="1" dirty="0"/>
              <a:t>Tools:</a:t>
            </a:r>
          </a:p>
          <a:p>
            <a:r>
              <a:rPr lang="en-IN" sz="2800" dirty="0"/>
              <a:t>• VS Code</a:t>
            </a:r>
            <a:br>
              <a:rPr lang="en-IN" sz="2800" dirty="0"/>
            </a:br>
            <a:r>
              <a:rPr lang="en-IN" sz="2800" dirty="0"/>
              <a:t>• MySQL Workbench</a:t>
            </a:r>
            <a:br>
              <a:rPr lang="en-IN" sz="2800" dirty="0"/>
            </a:br>
            <a:r>
              <a:rPr lang="en-IN" sz="2800" dirty="0"/>
              <a:t>• Git &amp; GitHub</a:t>
            </a:r>
          </a:p>
          <a:p>
            <a:r>
              <a:rPr lang="en-IN" sz="2800" b="1" dirty="0"/>
              <a:t>Hardware/Software Requirements:</a:t>
            </a:r>
          </a:p>
          <a:p>
            <a:r>
              <a:rPr lang="en-IN" sz="2800" dirty="0"/>
              <a:t>• Minimum 4GB RAM</a:t>
            </a:r>
            <a:br>
              <a:rPr lang="en-IN" sz="2800" dirty="0"/>
            </a:br>
            <a:r>
              <a:rPr lang="en-IN" sz="2800" dirty="0"/>
              <a:t>• Windows/Linux OS</a:t>
            </a:r>
            <a:br>
              <a:rPr lang="en-IN" sz="2800" dirty="0"/>
            </a:br>
            <a:r>
              <a:rPr lang="en-IN" sz="2800" dirty="0"/>
              <a:t>• Node.js &amp; MySQL installed</a:t>
            </a:r>
            <a:br>
              <a:rPr lang="en-IN" sz="2800" dirty="0"/>
            </a:br>
            <a:r>
              <a:rPr lang="en-IN" sz="2800" dirty="0"/>
              <a:t>• Web browser</a:t>
            </a:r>
            <a:br>
              <a:rPr lang="en-IN" sz="2800" dirty="0"/>
            </a:br>
            <a:r>
              <a:rPr lang="en-IN" sz="2800" dirty="0"/>
              <a:t>• Internet connection</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75ED492-6893-8B5B-FE77-C3DA94D94D0B}"/>
              </a:ext>
            </a:extLst>
          </p:cNvPr>
          <p:cNvSpPr txBox="1"/>
          <p:nvPr/>
        </p:nvSpPr>
        <p:spPr>
          <a:xfrm>
            <a:off x="5410200" y="1181100"/>
            <a:ext cx="7315200" cy="707886"/>
          </a:xfrm>
          <a:prstGeom prst="rect">
            <a:avLst/>
          </a:prstGeom>
          <a:noFill/>
        </p:spPr>
        <p:txBody>
          <a:bodyPr wrap="square" rtlCol="0">
            <a:spAutoFit/>
          </a:bodyPr>
          <a:lstStyle/>
          <a:p>
            <a:r>
              <a:rPr lang="en-IN" sz="4000" b="1" dirty="0">
                <a:latin typeface="+mj-lt"/>
              </a:rPr>
              <a:t>MODULE DESCRIPTION</a:t>
            </a:r>
          </a:p>
        </p:txBody>
      </p:sp>
      <p:sp>
        <p:nvSpPr>
          <p:cNvPr id="6" name="TextBox 5">
            <a:extLst>
              <a:ext uri="{FF2B5EF4-FFF2-40B4-BE49-F238E27FC236}">
                <a16:creationId xmlns:a16="http://schemas.microsoft.com/office/drawing/2014/main" id="{5A04BC19-DFDA-B6F3-74B8-796A2B8F920E}"/>
              </a:ext>
            </a:extLst>
          </p:cNvPr>
          <p:cNvSpPr txBox="1"/>
          <p:nvPr/>
        </p:nvSpPr>
        <p:spPr>
          <a:xfrm>
            <a:off x="2819400" y="2223358"/>
            <a:ext cx="9144000" cy="3539430"/>
          </a:xfrm>
          <a:prstGeom prst="rect">
            <a:avLst/>
          </a:prstGeom>
          <a:noFill/>
        </p:spPr>
        <p:txBody>
          <a:bodyPr wrap="square">
            <a:spAutoFit/>
          </a:bodyPr>
          <a:lstStyle/>
          <a:p>
            <a:r>
              <a:rPr lang="en-US" sz="2800" dirty="0"/>
              <a:t>Module 1: </a:t>
            </a:r>
          </a:p>
          <a:p>
            <a:r>
              <a:rPr lang="en-US" sz="2800" dirty="0"/>
              <a:t>Handles user registration, login, and authentication..</a:t>
            </a:r>
          </a:p>
          <a:p>
            <a:r>
              <a:rPr lang="en-US" sz="2800" dirty="0"/>
              <a:t>Module 2: </a:t>
            </a:r>
          </a:p>
          <a:p>
            <a:r>
              <a:rPr lang="en-US" sz="2800" dirty="0"/>
              <a:t>Displays events and allows users to book tickets.</a:t>
            </a:r>
          </a:p>
          <a:p>
            <a:r>
              <a:rPr lang="en-US" sz="2800" dirty="0"/>
              <a:t>Module 3: </a:t>
            </a:r>
          </a:p>
          <a:p>
            <a:r>
              <a:rPr lang="en-US" sz="2800" dirty="0"/>
              <a:t>Stores user data, event details, and bookings securely.</a:t>
            </a:r>
          </a:p>
          <a:p>
            <a:r>
              <a:rPr lang="en-US" sz="2800" dirty="0"/>
              <a:t>Module 4: </a:t>
            </a:r>
          </a:p>
          <a:p>
            <a:r>
              <a:rPr lang="en-US" sz="2800" dirty="0"/>
              <a:t>Generates reports on bookings and participant details.</a:t>
            </a:r>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4" name="TextBox 3">
            <a:extLst>
              <a:ext uri="{FF2B5EF4-FFF2-40B4-BE49-F238E27FC236}">
                <a16:creationId xmlns:a16="http://schemas.microsoft.com/office/drawing/2014/main" id="{7ADC3217-B98C-ED7D-04BF-DA8E0C8B631A}"/>
              </a:ext>
            </a:extLst>
          </p:cNvPr>
          <p:cNvSpPr txBox="1"/>
          <p:nvPr/>
        </p:nvSpPr>
        <p:spPr>
          <a:xfrm>
            <a:off x="4953000" y="7962900"/>
            <a:ext cx="10808595" cy="923330"/>
          </a:xfrm>
          <a:prstGeom prst="rect">
            <a:avLst/>
          </a:prstGeom>
          <a:noFill/>
        </p:spPr>
        <p:txBody>
          <a:bodyPr wrap="square" rtlCol="0">
            <a:spAutoFit/>
          </a:bodyPr>
          <a:lstStyle/>
          <a:p>
            <a:r>
              <a:rPr lang="en-US" dirty="0"/>
              <a:t>The login page allows users to securely enter their credentials (such as email and password) to access the ticket booking system.</a:t>
            </a:r>
            <a:br>
              <a:rPr lang="en-US" dirty="0"/>
            </a:br>
            <a:r>
              <a:rPr lang="en-US" dirty="0"/>
              <a:t>It validates user input and authenticates the user before granting access to event details and booking features.</a:t>
            </a:r>
            <a:endParaRPr lang="en-IN" dirty="0"/>
          </a:p>
        </p:txBody>
      </p:sp>
      <p:pic>
        <p:nvPicPr>
          <p:cNvPr id="3" name="Picture 2" descr="The image displays a web page with a BookMyTicket login form, featuring fields for username and password, and a button to submit the form.&#10;&#10;AI-generated content may be incorrect.">
            <a:extLst>
              <a:ext uri="{FF2B5EF4-FFF2-40B4-BE49-F238E27FC236}">
                <a16:creationId xmlns:a16="http://schemas.microsoft.com/office/drawing/2014/main" id="{74BB5331-8BA3-D7F7-8E53-0ED29F63D9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24265" y="1349854"/>
            <a:ext cx="12822492" cy="6578072"/>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209800" y="1638300"/>
            <a:ext cx="15082325" cy="3108543"/>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3" name="TextBox 2">
            <a:extLst>
              <a:ext uri="{FF2B5EF4-FFF2-40B4-BE49-F238E27FC236}">
                <a16:creationId xmlns:a16="http://schemas.microsoft.com/office/drawing/2014/main" id="{47D503FB-4BB3-51AB-5939-2631D97A893F}"/>
              </a:ext>
            </a:extLst>
          </p:cNvPr>
          <p:cNvSpPr txBox="1"/>
          <p:nvPr/>
        </p:nvSpPr>
        <p:spPr>
          <a:xfrm>
            <a:off x="2590800" y="7760846"/>
            <a:ext cx="13106400" cy="646331"/>
          </a:xfrm>
          <a:prstGeom prst="rect">
            <a:avLst/>
          </a:prstGeom>
          <a:noFill/>
        </p:spPr>
        <p:txBody>
          <a:bodyPr wrap="square" rtlCol="0">
            <a:spAutoFit/>
          </a:bodyPr>
          <a:lstStyle/>
          <a:p>
            <a:r>
              <a:rPr lang="en-US" dirty="0"/>
              <a:t>The upcoming events page displays a list of all future events with details like date, venue, and ticket </a:t>
            </a:r>
            <a:r>
              <a:rPr lang="en-US" dirty="0" err="1"/>
              <a:t>availability.It</a:t>
            </a:r>
            <a:r>
              <a:rPr lang="en-US" dirty="0"/>
              <a:t> provides a “Book Now” option for each event, allowing users to quickly select and proceed with ticket booking.</a:t>
            </a:r>
          </a:p>
        </p:txBody>
      </p:sp>
      <p:pic>
        <p:nvPicPr>
          <p:cNvPr id="4" name="Picture 3" descr="The image displays a webpage with a schedule for upcoming events, including a technical fest, a coding hackathon, and workshops on artificial intelligence and machine learning.&#10;&#10;AI-generated content may be incorrect.">
            <a:extLst>
              <a:ext uri="{FF2B5EF4-FFF2-40B4-BE49-F238E27FC236}">
                <a16:creationId xmlns:a16="http://schemas.microsoft.com/office/drawing/2014/main" id="{226AF4CF-E40E-8E18-D796-7568348390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2800" y="1143000"/>
            <a:ext cx="11353800" cy="6210300"/>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088345" y="2015465"/>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3" name="TextBox 2">
            <a:extLst>
              <a:ext uri="{FF2B5EF4-FFF2-40B4-BE49-F238E27FC236}">
                <a16:creationId xmlns:a16="http://schemas.microsoft.com/office/drawing/2014/main" id="{56EB71E1-6198-2708-9441-760B47797ED8}"/>
              </a:ext>
            </a:extLst>
          </p:cNvPr>
          <p:cNvSpPr txBox="1"/>
          <p:nvPr/>
        </p:nvSpPr>
        <p:spPr>
          <a:xfrm>
            <a:off x="1981200" y="8496300"/>
            <a:ext cx="11887200" cy="707886"/>
          </a:xfrm>
          <a:prstGeom prst="rect">
            <a:avLst/>
          </a:prstGeom>
          <a:noFill/>
        </p:spPr>
        <p:txBody>
          <a:bodyPr wrap="square" rtlCol="0">
            <a:spAutoFit/>
          </a:bodyPr>
          <a:lstStyle/>
          <a:p>
            <a:r>
              <a:rPr lang="en-US" sz="2000" dirty="0"/>
              <a:t>This page allows users to enter their personal details such as name, email, department, and number of tickets for </a:t>
            </a:r>
            <a:r>
              <a:rPr lang="en-US" sz="2000" dirty="0" err="1"/>
              <a:t>booking.It</a:t>
            </a:r>
            <a:r>
              <a:rPr lang="en-US" sz="2000" dirty="0"/>
              <a:t> collects and validates the information before confirming the ticket reservation.</a:t>
            </a:r>
          </a:p>
        </p:txBody>
      </p:sp>
      <p:pic>
        <p:nvPicPr>
          <p:cNvPr id="4" name="Picture 3" descr="Proceed to Payment&#10;&#10;AI-generated content may be incorrect.">
            <a:extLst>
              <a:ext uri="{FF2B5EF4-FFF2-40B4-BE49-F238E27FC236}">
                <a16:creationId xmlns:a16="http://schemas.microsoft.com/office/drawing/2014/main" id="{B836DC70-6F33-FEE3-6E13-462E3B3D20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0607" y="2144291"/>
            <a:ext cx="12877800" cy="5381614"/>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descr="The image displays a booking summary for a ticket, listing the customer's name, email, total cost, and various payment options.&#10;&#10;AI-generated content may be incorrect.">
            <a:extLst>
              <a:ext uri="{FF2B5EF4-FFF2-40B4-BE49-F238E27FC236}">
                <a16:creationId xmlns:a16="http://schemas.microsoft.com/office/drawing/2014/main" id="{96F5803E-8590-C56B-C3C6-A6DBF85280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30670" y="1581103"/>
            <a:ext cx="15240000" cy="8001000"/>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227BDE8E-B8B1-4398-E1FA-BFF202D5CC94}"/>
              </a:ext>
            </a:extLst>
          </p:cNvPr>
          <p:cNvSpPr txBox="1"/>
          <p:nvPr/>
        </p:nvSpPr>
        <p:spPr>
          <a:xfrm>
            <a:off x="2468986" y="1982349"/>
            <a:ext cx="11856614" cy="5539978"/>
          </a:xfrm>
          <a:prstGeom prst="rect">
            <a:avLst/>
          </a:prstGeom>
          <a:noFill/>
        </p:spPr>
        <p:txBody>
          <a:bodyPr wrap="square">
            <a:spAutoFit/>
          </a:bodyPr>
          <a:lstStyle/>
          <a:p>
            <a:r>
              <a:rPr lang="en-US" sz="2800" b="1" dirty="0"/>
              <a:t>Advantages of Event Ticket Booking System</a:t>
            </a:r>
          </a:p>
          <a:p>
            <a:r>
              <a:rPr lang="en-US" sz="2800" dirty="0"/>
              <a:t>Easy to browse available events in one place.</a:t>
            </a:r>
            <a:br>
              <a:rPr lang="en-US" sz="2800" dirty="0"/>
            </a:br>
            <a:r>
              <a:rPr lang="en-US" sz="2800" dirty="0"/>
              <a:t>Users can quickly book tickets online without hassle.</a:t>
            </a:r>
            <a:br>
              <a:rPr lang="en-US" sz="2800" dirty="0"/>
            </a:br>
            <a:r>
              <a:rPr lang="en-US" sz="2800" dirty="0"/>
              <a:t>Simple interface makes it easy for users to navigate.</a:t>
            </a:r>
            <a:br>
              <a:rPr lang="en-US" sz="2800" dirty="0"/>
            </a:br>
            <a:r>
              <a:rPr lang="en-US" sz="2800" dirty="0"/>
              <a:t>Saves time compared to manual booking or standing in queues.</a:t>
            </a:r>
          </a:p>
          <a:p>
            <a:br>
              <a:rPr lang="en-US" sz="2800" dirty="0"/>
            </a:br>
            <a:endParaRPr lang="en-US" sz="2800" dirty="0"/>
          </a:p>
          <a:p>
            <a:r>
              <a:rPr lang="en-US" sz="2800" b="1" dirty="0"/>
              <a:t>Limitations of Event Ticket Booking System</a:t>
            </a:r>
          </a:p>
          <a:p>
            <a:r>
              <a:rPr lang="en-US" sz="2800" dirty="0"/>
              <a:t>Requires internet connection to access the system.</a:t>
            </a:r>
            <a:br>
              <a:rPr lang="en-US" sz="2800" dirty="0"/>
            </a:br>
            <a:r>
              <a:rPr lang="en-US" sz="2800" dirty="0"/>
              <a:t>Limited features compared to large commercial ticketing platforms.</a:t>
            </a:r>
            <a:br>
              <a:rPr lang="en-US" sz="2800" dirty="0"/>
            </a:br>
            <a:r>
              <a:rPr lang="en-US" sz="2800" dirty="0"/>
              <a:t>Payment integration may be limited or basic.</a:t>
            </a:r>
            <a:br>
              <a:rPr lang="en-US" sz="2800" dirty="0"/>
            </a:br>
            <a:r>
              <a:rPr lang="en-US" sz="2800" dirty="0"/>
              <a:t>System performance depends on server and database connectivity.</a:t>
            </a:r>
          </a:p>
          <a:p>
            <a:pPr>
              <a:buNone/>
            </a:pPr>
            <a:endParaRPr lang="en-US" dirty="0"/>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1016</TotalTime>
  <Words>1012</Words>
  <Application>Microsoft Office PowerPoint</Application>
  <PresentationFormat>Custom</PresentationFormat>
  <Paragraphs>259</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Gotham</vt:lpstr>
      <vt:lpstr>Cambria</vt:lpstr>
      <vt:lpstr>Bookman Old Style</vt:lpstr>
      <vt:lpstr>Gotham Bold Italics</vt:lpstr>
      <vt:lpstr>Times New Roman</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gogula suresh</dc:creator>
  <cp:lastModifiedBy>sri A</cp:lastModifiedBy>
  <cp:revision>13</cp:revision>
  <dcterms:created xsi:type="dcterms:W3CDTF">2006-08-16T00:00:00Z</dcterms:created>
  <dcterms:modified xsi:type="dcterms:W3CDTF">2026-04-21T20:12:03Z</dcterms:modified>
  <dc:identifier>DAHCaYqJ9OU</dc:identifier>
</cp:coreProperties>
</file>